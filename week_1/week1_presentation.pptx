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2D3A"/>
                </a:solidFill>
                <a:latin typeface="Calibri"/>
              </a:defRPr>
            </a:pPr>
            <a:r>
              <a:rPr sz="1600" b="0" i="0" u="none" strike="noStrike">
                <a:solidFill>
                  <a:srgbClr val="1F2D3A"/>
                </a:solidFill>
                <a:latin typeface="Calibri"/>
              </a:rPr>
              <a:t>Detections per class, full day (log scale)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D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791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791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Car</c:v>
                  </c:pt>
                  <c:pt idx="1">
                    <c:v>Pedestrian</c:v>
                  </c:pt>
                  <c:pt idx="2">
                    <c:v>Van</c:v>
                  </c:pt>
                  <c:pt idx="3">
                    <c:v>Cyclist</c:v>
                  </c:pt>
                  <c:pt idx="4">
                    <c:v>Truck</c:v>
                  </c:pt>
                  <c:pt idx="5">
                    <c:v>Bus</c:v>
                  </c:pt>
                  <c:pt idx="6">
                    <c:v>Motorcycle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7923960</c:v>
                </c:pt>
                <c:pt idx="1">
                  <c:v>2319595</c:v>
                </c:pt>
                <c:pt idx="2">
                  <c:v>487517</c:v>
                </c:pt>
                <c:pt idx="3">
                  <c:v>379603</c:v>
                </c:pt>
                <c:pt idx="4">
                  <c:v>284957</c:v>
                </c:pt>
                <c:pt idx="5">
                  <c:v>58699</c:v>
                </c:pt>
                <c:pt idx="6">
                  <c:v>39155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D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D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2D3A"/>
                </a:solidFill>
                <a:latin typeface="Calibri"/>
              </a:defRPr>
            </a:pPr>
            <a:r>
              <a:rPr sz="1600" b="0" i="0" u="none" strike="noStrike">
                <a:solidFill>
                  <a:srgbClr val="1F2D3A"/>
                </a:solidFill>
                <a:latin typeface="Calibri"/>
              </a:rPr>
              <a:t>VRU detections by class (R-LiViT)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Detections</c:v>
                </c:pt>
              </c:strCache>
            </c:strRef>
          </c:tx>
          <c:spPr>
            <a:solidFill>
              <a:srgbClr val="E879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D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Person</c:v>
                  </c:pt>
                  <c:pt idx="1">
                    <c:v>Bicycle</c:v>
                  </c:pt>
                  <c:pt idx="2">
                    <c:v>Motorcycle</c:v>
                  </c:pt>
                  <c:pt idx="3">
                    <c:v>E-scooter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21026</c:v>
                </c:pt>
                <c:pt idx="1">
                  <c:v>4142</c:v>
                </c:pt>
                <c:pt idx="2">
                  <c:v>456</c:v>
                </c:pt>
                <c:pt idx="3">
                  <c:v>389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D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D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2D3A"/>
                </a:solidFill>
                <a:latin typeface="Calibri"/>
              </a:defRPr>
            </a:pPr>
            <a:r>
              <a:rPr sz="1600" b="0" i="0" u="none" strike="noStrike">
                <a:solidFill>
                  <a:srgbClr val="1F2D3A"/>
                </a:solidFill>
                <a:latin typeface="Calibri"/>
              </a:rPr>
              <a:t>Average objects per frame, day vs night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D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Pedestrians</c:v>
                  </c:pt>
                  <c:pt idx="1">
                    <c:v>Vehicles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Night</c:v>
                </c:pt>
              </c:strCache>
            </c:strRef>
          </c:tx>
          <c:spPr>
            <a:solidFill>
              <a:srgbClr val="1226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D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Pedestrians</c:v>
                  </c:pt>
                  <c:pt idx="1">
                    <c:v>Vehicles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6.2</c:v>
                </c:pt>
                <c:pt idx="1">
                  <c:v>7.4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D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D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F2D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 report. We read 5 related studies, compared them, and did a first count of the K305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sheet: temporal profiles, trajectory-density maps, overlap of VRU and vehicle 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are detections, not unique people. Track IDs seem to restart per file and trucks look fragmented, so unique tracks need a separate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Gap: no study separates pedestrians and cyclists over a full day in both time and space at one intersection.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numbers are from the paper, not from K305. Pixel distances, not real-world 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 fragmentation and class flipping are documented in SIT-PET and visible in our first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 goal is the literature review. Parsing the data into one table is the first task of week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Pedestrians and Cyclists at the Intersection: When and Where?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DS3 Applications, Topic 4, intersection K305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literature review and first look at the data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Goal: find when and where VRUs use K305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road users (VRUs): pedestrians, cyclists and similar. We analyze their trajectories to find peak times, crossing areas and overlap with motor traffic.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51760" cy="1554480"/>
          </a:xfrm>
          <a:prstGeom prst="rect">
            <a:avLst/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423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288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5 min each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2286000"/>
            <a:ext cx="2651760" cy="1554480"/>
          </a:xfrm>
          <a:prstGeom prst="rect">
            <a:avLst/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2423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h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day, 2026-10-14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651760" cy="1554480"/>
          </a:xfrm>
          <a:prstGeom prst="rect">
            <a:avLst/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423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Hz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 frames per second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52560" y="2286000"/>
            <a:ext cx="2651760" cy="1554480"/>
          </a:xfrm>
          <a:prstGeom prst="rect">
            <a:avLst/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2423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 GB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object lists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062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detection has: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track_id, class_name, x/y/z position, size, yaw, velocity.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outputs: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counts, density heatmaps, typical routes, VRU-vehicle overlap zones.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K305: 2.3M pedestrian and 380k cyclist detections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3716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638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13258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Pedestrians 20.2%, cyclists 3.3% of detections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bars are the VRU classes we analyze.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863840" y="292608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28803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Scooter class in the labels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Scooters may be hidden in Cyclist or Motorcycle. To check.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863840" y="448056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44348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 is a question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professor count powered two-wheelers as VRUs?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our count over all 288 files (detections = one object in one frame).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5 studies covers both groups for a full day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40080"/>
                <a:gridCol w="1737360"/>
                <a:gridCol w="2834640"/>
                <a:gridCol w="192024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VRU classes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reuse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Saldivar-Carranza et al.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Roadside LiDAR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intersection (Utah), 24 h, 170k pedestrian 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Pedestrians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15-min bins, movement rules, wait times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et al. (FLUID)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Drone 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intersections (China), 5 h, 20k+ road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Pedestrians, mopeds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heatmaps, TTC/DGT overlap filter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Utah crossing study*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intersections, 5,589 crossings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Pedestrians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and when people cross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Steinmaßl et al. (SIT-PET)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Roadside LiDAR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intersection (Salzburg), 2 years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Pedestrians, two-wheelers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Geofences, PET, ID fragmentation 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Anowar (R-LiViT)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LiDAR + RGB + thermal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intersections (Germany), short sequences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Persons, bicycles, motorcycles, e-scooters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vs night, VRU-vehicle proximity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data: K305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Roadside object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intersection, 24 h, 10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Pedestrian, Cyclist (+Motorcycle)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groups, time and 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*Utah crossing study: abstract only, authors still to confirm. First four papers read in full.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work: VRUs are half of road users, fewer at night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3949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309360" y="1280160"/>
          <a:ext cx="53035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VRUs are 49% of all detections. Pedestrian density drops 38% at night, but VRU-vehicle pairs sit closer.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Anowar (2026), R-LiViT dataset, 3 German intersections, image-plane analysis, no trajectories.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gap: both groups, time and space, one full 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3291840"/>
          </a:xfrm>
          <a:prstGeom prst="rect">
            <a:avLst/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studies do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vehicles, pedestrians only, or short recordings. Cyclists rarely analyzed on their own.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66160" cy="3291840"/>
          </a:xfrm>
          <a:prstGeom prst="rect">
            <a:avLst/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73736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017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studies we found compares pedestrians and cyclists over a full day, in time and space, at one roadside-sensor intersection.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66160" cy="3291840"/>
          </a:xfrm>
          <a:prstGeom prst="rect">
            <a:avLst/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73736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do with K305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017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count profiles, density heatmaps per class, typical routes, and VRU-vehicle overlap zones.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from the papers: tracks split into several IDs, class labels that flip, and only one day of data.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10-week plan and open questions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103120" cy="1737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Wk 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Literature, roles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88920" y="1371600"/>
            <a:ext cx="2103120" cy="1737360"/>
          </a:xfrm>
          <a:prstGeom prst="rect">
            <a:avLst/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88920" y="1463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Wk 2-3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0116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data, clean, define zones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1371600"/>
            <a:ext cx="2103120" cy="1737360"/>
          </a:xfrm>
          <a:prstGeom prst="rect">
            <a:avLst/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1463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Wk 4-6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20116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heatmaps, peak hours, midterm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69480" y="1371600"/>
            <a:ext cx="2103120" cy="1737360"/>
          </a:xfrm>
          <a:prstGeom prst="rect">
            <a:avLst/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69480" y="1463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Wk 7-8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20116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VRU-vehicle overlap, validation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509760" y="1371600"/>
            <a:ext cx="2103120" cy="1737360"/>
          </a:xfrm>
          <a:prstGeom prst="rect">
            <a:avLst/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09760" y="1463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Wk 9-10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646920" y="20116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Figures, report, slides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474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for the professor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02336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classes count as VRUs: only Pedestrian and Cyclist, or also Motorcycle and scooters?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K305 layout or crossing map? Is more than one day of data available?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final deliverable and deadline: report, slides, dashboard?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4: Pedestrians and Cyclists at K305, Week 1</dc:title>
  <dc:subject>PptxGenJS Presentation</dc:subject>
  <dc:creator>DS3 Topic 4 group</dc:creator>
  <cp:lastModifiedBy>DS3 Topic 4 group</cp:lastModifiedBy>
  <cp:revision>1</cp:revision>
  <dcterms:created xsi:type="dcterms:W3CDTF">2026-10-19T20:53:05Z</dcterms:created>
  <dcterms:modified xsi:type="dcterms:W3CDTF">2026-10-19T20:53:05Z</dcterms:modified>
</cp:coreProperties>
</file>